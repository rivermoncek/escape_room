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Slab"/>
      <p:regular r:id="rId12"/>
      <p:bold r:id="rId13"/>
    </p:embeddedFon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Slab-bold.fntdata"/><Relationship Id="rId12" Type="http://schemas.openxmlformats.org/officeDocument/2006/relationships/font" Target="fonts/RobotoSlab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2f92cd2803c8fa47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h2f92cd2803c8fa47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2f92cd2803c8fa47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2f92cd2803c8fa47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2f92cd2803c8fa47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2f92cd2803c8fa47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2f92cd2803c8fa47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h2f92cd2803c8fa47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2f92cd2803c8fa47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h2f92cd2803c8fa47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h2f92cd2803c8fa47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h2f92cd2803c8fa47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670500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Escape Room!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547952" y="3181825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By: Matthieu, River and Linaeska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Player’s Experience: The player is prompted to explore rooms or examine objects to find the keys </a:t>
            </a:r>
            <a:r>
              <a:rPr lang="en"/>
              <a:t>needed</a:t>
            </a:r>
            <a:r>
              <a:rPr lang="en"/>
              <a:t> to unlock the doors and escape.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Game Structure: Rooms, doors, keys, and furniture are stored as dictionaries and linked by an object_relations map. The functions are imported from external .py files.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Added features: We added .strip() to don’t repeat the localisation when you are in the room</a:t>
            </a:r>
            <a:r>
              <a:rPr lang="en"/>
              <a:t>. We stored the functions in external .py files and imported them into the main script (OK on Jupyter…).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Challenge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challenge: Defining the object relations was </a:t>
            </a:r>
            <a:r>
              <a:rPr lang="en"/>
              <a:t>difficult, especially ensuring that items, keys, and doors were correctly linked to allow smooth room movement.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Solution: Structured object_relations as a master dictionary that links each room and items to its related objects.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Mistake 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management: We spent too much time working on refining the dictionaries which left us with minimal time to work on the functions and the Presentation.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Lesson Learned: Prioritize the functions over perfecting the data setup and spend more time working on the presentation together.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ctrTitle"/>
          </p:nvPr>
        </p:nvSpPr>
        <p:spPr>
          <a:xfrm>
            <a:off x="1680302" y="813900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88" name="Google Shape;88;p17"/>
          <p:cNvSpPr txBox="1"/>
          <p:nvPr>
            <p:ph idx="1" type="subTitle"/>
          </p:nvPr>
        </p:nvSpPr>
        <p:spPr>
          <a:xfrm>
            <a:off x="1680302" y="3012975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https://drive.google.com/drive/folders/1yz9IlcPV4oVKJOzsNSjOeSXpt0dqwrQo?usp=sharing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ctrTitle"/>
          </p:nvPr>
        </p:nvSpPr>
        <p:spPr>
          <a:xfrm>
            <a:off x="1680302" y="6705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Escape Room!</a:t>
            </a:r>
            <a:endParaRPr/>
          </a:p>
        </p:txBody>
      </p:sp>
      <p:sp>
        <p:nvSpPr>
          <p:cNvPr id="94" name="Google Shape;94;p18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Matthieu, River, Linaeska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